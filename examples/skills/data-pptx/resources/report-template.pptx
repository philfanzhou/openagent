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5840" y="2103120"/>
            <a:ext cx="10149840" cy="10058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5840" y="3383280"/>
            <a:ext cx="10149840" cy="640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